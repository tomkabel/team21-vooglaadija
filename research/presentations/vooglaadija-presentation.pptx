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Vooglaadija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YouTube Download Processor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to Senior Developer Course  |  TalTech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1828800" cy="45720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Thesis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"Production systems fail. This project detects failures automatically, </a:t>
            </a:r>
            <a:pPr indent="0" marL="0">
              <a:buNone/>
            </a:pPr>
            <a:r>
              <a:rPr lang="en-US" sz="2200" b="1" i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recovers gracefully</a:t>
            </a:r>
            <a:pPr indent="0" marL="0">
              <a:buNone/>
            </a:pPr>
            <a:r>
              <a:rPr lang="en-US" sz="22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provides full visibility into system behavior."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611880"/>
            <a:ext cx="265176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things break?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61188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3611880"/>
            <a:ext cx="265176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know what's happening?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61188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611880"/>
            <a:ext cx="265176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operate this at 3 AM?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YouTube's Reality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(429 Too Many Requests)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Geo-blocks (Content unavailable in region)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changes (codec deprecated)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outages (503 Service Unavailable)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instability (connection reset)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Expectation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link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video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3108960"/>
            <a:ext cx="3566160" cy="1280160"/>
          </a:xfrm>
          <a:prstGeom prst="rect">
            <a:avLst/>
          </a:prstGeom>
          <a:solidFill>
            <a:srgbClr val="2C3E7A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public APIs experience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outages &gt;1hr/year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download failure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without retry logic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download service is easy. Building one that handles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failures — that's software engineering.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Outbox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Crash-proof job creation using PostgreSQL transaction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508760"/>
            <a:ext cx="548640" cy="5486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PostgreSQL transaction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 job + outbox entry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08760"/>
            <a:ext cx="548640" cy="5486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Relay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30 seconds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UPDATE SKIP LOCKED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1508760"/>
            <a:ext cx="548640" cy="5486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Publish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LPUSH to download_queue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operation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03720" y="13716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0" y="1508760"/>
            <a:ext cx="548640" cy="5486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951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Enqueued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outbox 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operation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2C3E7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RECOVERY SCENARIO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69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t=0ms: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receives request  →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t=5ms: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COMMIT (job + outbox)  →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t=6ms: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crashes ⚠️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t=30s: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Outbox relay polls, finds pending  →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t=30.5s: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 publishes to Redis  →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t=31s: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is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Job Claims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locks needed — database enforces exactly-once processing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download_jobs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status = 'processing',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updated_at = now()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id = $job_id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status = 'pending'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RETURNING rowcount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325880"/>
            <a:ext cx="3017520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rowcount =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Job claimed successfully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468880"/>
            <a:ext cx="3017520" cy="100584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rowcount = 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Another worker got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SELECT FOR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Race handled by UPDATE WHERE clause  |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pessimistic locking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Reduced contention  |  </a:t>
            </a:r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distributed locks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No Redis/ZooKeeper needed  |  </a:t>
            </a:r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guarantees atomicity via MVCC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Shutdown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30-second configurable grace period — all work is accounted for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Stop Accepting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 to t=1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probe fails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routes traffic elsewhere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Finish or Requeue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 to t=31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within 30s → finish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30s → atomically requeue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Exit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t=31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 exited → SIGKILL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t=60 (K8s default)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1645920"/>
          </a:xfrm>
          <a:prstGeom prst="rect">
            <a:avLst/>
          </a:prstGeom>
          <a:solidFill>
            <a:srgbClr val="2C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 (50 in-flight jobs)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normally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(finished within grace)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65176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Requeued atomically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(grace period exceeded)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6634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lost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67512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 with Jitter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delay = min(base × 2^attempt, max_delay) + uniform(0, base)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371600" cy="6400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60-120s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91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40280" y="1554480"/>
            <a:ext cx="1371600" cy="64008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120-180s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691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1554480"/>
            <a:ext cx="1371600" cy="6400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240-300s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66360" y="1691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0680" y="1554480"/>
            <a:ext cx="1371600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480-540s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1691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0880" y="1554480"/>
            <a:ext cx="1371600" cy="64008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(base=60s, max=600s)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3931920" cy="1645920"/>
          </a:xfrm>
          <a:prstGeom prst="rect">
            <a:avLst/>
          </a:prstGeom>
          <a:solidFill>
            <a:srgbClr val="E74C3C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JITTER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7947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jobs fail at t=0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100 retry at t=120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THUNDERING HERD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291840"/>
            <a:ext cx="3931920" cy="1645920"/>
          </a:xfrm>
          <a:prstGeom prst="rect">
            <a:avLst/>
          </a:prstGeom>
          <a:solidFill>
            <a:srgbClr val="27AE60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JITTER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7947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jobs fail at t=0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retry at t=120, ~20 at t=130...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Smooth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operations visibility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Logging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IDs (request_id)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format with context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Job-level tracing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Metrics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ytprocessor_jobs_created_total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ytprocessor_job_duration_seconds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ytprocessor_outbox_pending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— Liveness probe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/ready — Readiness probe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Redis connectivity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Example: job_duration_seconds histogram → p50: 45s | p95: 89s | p99: 142s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Implementation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Configuration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393192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HS256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RS256 (asymmetric)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minutes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Shorter + rotation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Layers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417320"/>
            <a:ext cx="457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4892040" y="1444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92040" y="16276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(cost factor 12)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96596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965960"/>
            <a:ext cx="457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 protection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92040" y="2176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 in WHERE clause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51460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514600"/>
            <a:ext cx="457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542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protection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92040" y="2724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Double-submit cookie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306324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063240"/>
            <a:ext cx="457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30906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92040" y="3273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req/min per IP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2C3E7A">
              <a:alpha val="9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is about layers. Each addresses a specific threat vector.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2801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2344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554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1097280"/>
            <a:ext cx="12801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12344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1554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1097280"/>
            <a:ext cx="12801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03320" y="12344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1554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12801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20640" y="12344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1554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1097280"/>
            <a:ext cx="12801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37960" y="12344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7220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1554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43800" y="1097280"/>
            <a:ext cx="12801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55280" y="12344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8952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0175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3017520"/>
            <a:ext cx="2011680" cy="3657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34747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(in-memory)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logic, edge cases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30175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606040" y="3017520"/>
            <a:ext cx="2011680" cy="3657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5" name="Text 43"/>
          <p:cNvSpPr/>
          <p:nvPr/>
        </p:nvSpPr>
        <p:spPr>
          <a:xfrm>
            <a:off x="260604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697480" y="34747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ops, Redis, full flow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30175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017520"/>
            <a:ext cx="2011680" cy="3657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46320" y="34747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schema validation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03720" y="30175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903720" y="3017520"/>
            <a:ext cx="2011680" cy="3657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3" name="Text 51"/>
          <p:cNvSpPr/>
          <p:nvPr/>
        </p:nvSpPr>
        <p:spPr>
          <a:xfrm>
            <a:off x="690372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95160" y="34747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automation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user flows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Scenarios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system fails eventually. The question is not 'if' but 'how.'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10972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is Down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happens: API writes to PostgreSQL + outbox (still works)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Jobs delayed but NOT lost. Recovery automatic.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73152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is Down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happens: API returns 503. Health check fails.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System degrades gracefully. No data loss.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94760"/>
            <a:ext cx="73152" cy="10972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Relay Crashes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251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happens: Entries stay 'pending' or partially processed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Next relay instance uses FOR UPDATE SKIP LOCKED.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C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difference between hoping your system handles failures and knowing it does.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Timeline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hours total — justified breakdown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editing + timeline assembly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91840" y="1353312"/>
            <a:ext cx="2857500" cy="2560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624078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Pre-recorded demo segments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810512"/>
            <a:ext cx="1714500" cy="25603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9" name="Text 7"/>
          <p:cNvSpPr/>
          <p:nvPr/>
        </p:nvSpPr>
        <p:spPr>
          <a:xfrm>
            <a:off x="50977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B-roll (terminal/UI recordings)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267712"/>
            <a:ext cx="1143000" cy="2560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diagrams (Excalidraw)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724912"/>
            <a:ext cx="114300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Voiceover recording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182112"/>
            <a:ext cx="857250" cy="256032"/>
          </a:xfrm>
          <a:prstGeom prst="rect">
            <a:avLst/>
          </a:prstGeom>
          <a:solidFill>
            <a:srgbClr val="2C3E7A"/>
          </a:solidFill>
          <a:ln/>
        </p:spPr>
      </p:sp>
      <p:sp>
        <p:nvSpPr>
          <p:cNvPr id="18" name="Text 16"/>
          <p:cNvSpPr/>
          <p:nvPr/>
        </p:nvSpPr>
        <p:spPr>
          <a:xfrm>
            <a:off x="424053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finalization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639312"/>
            <a:ext cx="857250" cy="256032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21" name="Text 19"/>
          <p:cNvSpPr/>
          <p:nvPr/>
        </p:nvSpPr>
        <p:spPr>
          <a:xfrm>
            <a:off x="424053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revisions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4096512"/>
            <a:ext cx="1143000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 buffer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4553712"/>
            <a:ext cx="2286000" cy="2560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937760"/>
            <a:ext cx="8229600" cy="45720"/>
          </a:xfrm>
          <a:prstGeom prst="rect">
            <a:avLst/>
          </a:prstGeom>
          <a:solidFill>
            <a:srgbClr val="2C3E7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24 hours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Requirement Coverage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93192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Prometheus, logging, correlation IDs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Patterns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Outbox, atomic claims, retry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Resilience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3 + 9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Graceful shutdown, failure scenarios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JWT, bcrypt, IDOR, rate limiting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Schema, indexes, FOR UPDATE SKIP LOCKED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5 + 6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Pagination, error catalog, OpenAPI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Pipeline, multi-stage Dockerfile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Unit, integration, measured coverage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Healthchecks, multi-stage, resource limits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Handling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Redis/Postgres/Relay analysis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pattern ensures jobs survive API crashes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claims eliminate double-processing without distributed locks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shutdown accounts for all work — zero loss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 with jitter prevents thundering herd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069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observability enables 3 AM operations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Vooglaadija — Production-Grade YouTube Download Processor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Vooglaadija: Production-Grade YouTube Download Processor</dc:title>
  <dc:subject>Junior to Senior Developer Course Project</dc:subject>
  <dc:creator>Vooglaadija Team</dc:creator>
  <cp:lastModifiedBy>Vooglaadija Team</cp:lastModifiedBy>
  <cp:revision>1</cp:revision>
  <dcterms:created xsi:type="dcterms:W3CDTF">2026-04-16T18:38:09Z</dcterms:created>
  <dcterms:modified xsi:type="dcterms:W3CDTF">2026-04-16T18:38:09Z</dcterms:modified>
</cp:coreProperties>
</file>