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Vooglaadija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YouTube Download Processor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0" y="310896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4F46E5">
              <a:alpha val="15000"/>
            </a:srgbClr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320040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"Production systems fail. This project detects failures automatically,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recovers gracefully, and provides full visibility into system behavior."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Junior to Senior Developer Course (TalTech) |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Hook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0" cy="2011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2026-04-16 03:47:12 | ERROR | Job #4473 FAILED: YouTube rate limited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2026-04-16 03:47:14 | INFO  | Job #4473 scheduled for retry in 60s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2026-04-16 03:47:15 | INFO  | Job #4473 RETRY #1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2026-04-16 03:48:15 | ERROR | Job #4473 FAILED: YouTube rate limited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2026-04-16 03:48:15 | INFO  | Job #4473 scheduled for retry in 120s + jitter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2026-04-16 03:50:15 | SUCCESS | Job #4473 completed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73152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291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"Three AM. YouTube is rate-limiting our service. But instead of pages, we get an alert showing automatic recovery. Job 4473 retried, succeeded, and nobody noticed except our metrics dashboard."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60720" y="1097280"/>
            <a:ext cx="13716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0" y="1143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760720" y="1600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Retries Survived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0" y="1097280"/>
            <a:ext cx="13716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1143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0" y="1600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Auto-Recovery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60720" y="2103120"/>
            <a:ext cx="13716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760720" y="2606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Manual Interv.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0" y="2103120"/>
            <a:ext cx="13716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315200" y="2606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Jobs Lost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6072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#4473 survived 3 failures and 15 minutes of chaos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YouTube's Reality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64592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limits (429 Too Many Requests)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Geo-blocks (Content unavailable)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changes (codec deprecated)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outages (503)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instability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280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Expectation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164592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link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video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...transparently handles all failures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256032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611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4160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APIs with &gt;1hr outages/year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3566160"/>
            <a:ext cx="256032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3611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291840" y="4160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YouTube rate-limited requests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3566160"/>
            <a:ext cx="256032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611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8-12%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Failure rate without retry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63440"/>
            <a:ext cx="73152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"Building a download service is easy. Building one that handles infrastructure failures — that's software engineering."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Pillars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for production-grade reliability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3017520"/>
          </a:xfrm>
          <a:prstGeom prst="rect">
            <a:avLst/>
          </a:prstGeom>
          <a:solidFill>
            <a:srgbClr val="1E293B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🛡️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happens when things break?"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108960"/>
            <a:ext cx="1097280" cy="201168"/>
          </a:xfrm>
          <a:prstGeom prst="rect">
            <a:avLst/>
          </a:prstGeom>
          <a:solidFill>
            <a:srgbClr val="4F46E5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46E5"/>
                </a:solidFill>
              </a:rPr>
              <a:t>Outbox Pattern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37360" y="3108960"/>
            <a:ext cx="1097280" cy="201168"/>
          </a:xfrm>
          <a:prstGeom prst="rect">
            <a:avLst/>
          </a:prstGeom>
          <a:solidFill>
            <a:srgbClr val="4F46E5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46E5"/>
                </a:solidFill>
              </a:rPr>
              <a:t>Atomic Claims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3383280"/>
            <a:ext cx="1371600" cy="201168"/>
          </a:xfrm>
          <a:prstGeom prst="rect">
            <a:avLst/>
          </a:prstGeom>
          <a:solidFill>
            <a:srgbClr val="4F46E5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46E5"/>
                </a:solidFill>
              </a:rPr>
              <a:t>Graceful Shutdown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46120" y="1463040"/>
            <a:ext cx="2651760" cy="301752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645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4612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46120" y="2651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do we know what's happening?"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3108960"/>
            <a:ext cx="1097280" cy="201168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Structured Logs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26280" y="3108960"/>
            <a:ext cx="1097280" cy="201168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Prometheus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83280" y="3383280"/>
            <a:ext cx="1097280" cy="201168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Health Checks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35040" y="1463040"/>
            <a:ext cx="2651760" cy="301752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645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🔧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03504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Maintainability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035040" y="2651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"Can we operate this at 3 AM?"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72200" y="3108960"/>
            <a:ext cx="731520" cy="201168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CI/CD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949440" y="3108960"/>
            <a:ext cx="731520" cy="201168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Tests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72200" y="3383280"/>
            <a:ext cx="1371600" cy="201168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Circuit Breakers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Grading Criteria Mapping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74320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Question (Estonian)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 Coverage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Meeldejäävus (Memorability)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Scene 1 (Hook) + Scene 5 (Live Demo)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failure → real recovery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Tugevused (Strengths)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Scene 3 (Architecture) + Scene 4 (Code)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F4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 references, actual code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Edasiarendus (Future)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Scene 8 (Roadmap)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Circuit breaker, RS256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Sihtgrupp (Audience)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Scene 7 (Who benefits)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F4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Concrete use cases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Soovitused (Recommendations)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Scene 9 (Lessons)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we'd do differently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Outbox Pattern: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foundation of crash-proof job processing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0" y="1554480"/>
            <a:ext cx="4572000" cy="54864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15544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receives download request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2148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↓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828800" y="2468880"/>
            <a:ext cx="5486400" cy="822960"/>
          </a:xfrm>
          <a:prstGeom prst="roundRect">
            <a:avLst>
              <a:gd name="adj" fmla="val 5556"/>
            </a:avLst>
          </a:prstGeom>
          <a:solidFill>
            <a:srgbClr val="10B981">
              <a:alpha val="1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24688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PostgreSQL Transaction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job + INSERT outbox_entry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0" y="3337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↓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286000" y="3657600"/>
            <a:ext cx="4572000" cy="54864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3657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= both succeed | ROLLBACK = both fail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0" y="4251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↓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828800" y="4572000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59E0B">
              <a:alpha val="1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4572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Outbox Relay polls every 30s → publishes to Redis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Outbox Pattern: Recovery Scenario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486400" cy="2286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5303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CRASH RECOVERY TIMELINE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t=0ms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receives request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t=5ms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 COMMIT (job + outbox committed)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t=6ms     </a:t>
            </a:r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process crashes ⚠️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t=30030ms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Outbox relay polls, finds pending entry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t=30035ms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Relay publishes to Redis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t=30040ms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 is processing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RESULT: Job is processed (30 second delay is acceptable)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0" y="1097280"/>
            <a:ext cx="2286000" cy="73152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0" y="1234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0" y="1188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1508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Job and outbox in same transaction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1920240"/>
            <a:ext cx="2286000" cy="73152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057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🛡️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2011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Crash-Safe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331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Committed data survives process crash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2743200"/>
            <a:ext cx="2286000" cy="73152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880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3154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FOR UPDATE SKIP LOCKED enables horizontal scaling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Job Claims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locks, no coordination, no distributed consensus needed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029200" cy="21031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Worker claims job atomically with UPDATE WHERE clause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download_jobs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status = 'processing',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updated_at = now()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id = $job_id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status = 'pending'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rowcount = 1 → Job claimed 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rowcount = 0 → Already claimed → skip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760720" y="1371600"/>
            <a:ext cx="16002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5852160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72200" y="14630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SELECT FOR UPDATE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52160" y="17830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handled by UPDATE WHERE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52360" y="1371600"/>
            <a:ext cx="16002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63840" y="14630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Pessimistic Locking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43800" y="17830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contention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60720" y="2468880"/>
            <a:ext cx="16002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72200" y="256032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Distributed Locks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52160" y="28803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Redis/ZooKeeper needed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52360" y="2468880"/>
            <a:ext cx="16002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🗄️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63840" y="256032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MVCC Guarantees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43800" y="28803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handles atomicity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 Test Results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evidence: 10 workers, 100 jobs, 1000 iterations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01168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087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Jobs processed exactly once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1463040"/>
            <a:ext cx="201168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5087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65176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Race conditions detected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201168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5087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84632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Double-processing events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0" y="1463040"/>
            <a:ext cx="164592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15087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040880" y="2194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Lost jobs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17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45920" y="3017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tests/test_atomic_claims.py::test_concurrent_claims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73152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404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"FOR UPDATE SKIP LOCKED guarantees exactly-once processing under concurrent load."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Shutdown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30-second grace period: finish current job OR atomically requeue 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0" y="1371600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F59E0B">
              <a:alpha val="1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13716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SIGTERM RECEIVED at t=0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97680" y="19202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2194560"/>
            <a:ext cx="4572000" cy="64008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21945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readiness_probe → FAIL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routes traffic elsewhere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0" y="28803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28800" y="3154680"/>
            <a:ext cx="5486400" cy="77724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315468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30-second grace period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OR requeue atomically + cleanup partial files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0" y="3977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286000" y="4251960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42519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Exit cleanly (SIGKILL at t=60)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846320"/>
            <a:ext cx="73152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800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is NOT 'zero lost work' — it is 'all work is accounted for.'"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Shutdown: Measured Results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50 in-flight jobs under SIGTERM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01168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087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Completed (within grace)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1463040"/>
            <a:ext cx="201168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5087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65176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Requeued (grace exceeded)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201168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5087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84632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Jobs lost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0" y="1463040"/>
            <a:ext cx="164592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15087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040880" y="2194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Duplicates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175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45920" y="30175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tests/test_graceful_shutdown.py::test_inflight_job_requeued_on_sigterm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worker/main.py::_signal_handler (lines 20-40)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Backoff with Jitter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 = min(base × 2^attempt, max_delay) + uniform(0, base)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572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base=60s, max=600s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830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60-120s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71600" y="1737360"/>
            <a:ext cx="82296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7830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20574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120-180s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0" y="1737360"/>
            <a:ext cx="82296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17830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20574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240-300s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1737360"/>
            <a:ext cx="82296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17830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0" y="20574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480-540s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0" y="1737360"/>
            <a:ext cx="82296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0" y="17830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0" y="20574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3931920" cy="1371600"/>
          </a:xfrm>
          <a:prstGeom prst="rect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834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Jitter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1546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jobs fail at t=0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All 100 retry at t=120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THUNDERING HERD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743200"/>
            <a:ext cx="3931920" cy="1371600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834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Jitter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jobs fail at t=0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~20 retry at t=120, ~20 at t=130...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Smooth distribution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 Outbox Transaction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app/services/outbox_service.py::create_job_with_outbox (lines 25-45)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2560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job and outbox in SINGLE TRANSACTION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create_job_with_outbox(db: AsyncSession, user_id: UUID, url: str) -&gt; DownloadJob: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job = DownloadJob(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id=UUID(), user_id=user_id, url=url,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status=JobStatus.PENDING, created_at=datetime.now(UTC)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outbox_entry = Outbox(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id=UUID(), job_id=job.id, event_type="job_created",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status=OutboxStatus.PENDING, created_at=datetime.now(UTC)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db.add(job)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db.add(outbox_entry)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db.commit()  # ATOMIC: both succeed or both fail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job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10B981">
              <a:alpha val="1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 Line 38 — single db.commit() makes this atomic. If we crash after commit, both job and outbox survive.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 Outbox Relay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worker/outbox_relay.py::poll_and_publish (lines 45-80)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23774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poll_and_publish(self, batch_size: int = 100):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with self.db.transaction():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entries = await self.db.execute(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select(Outbox)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.where(Outbox.status == OutboxStatus.PENDING)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.order_by(Outbox.created_at).limit(batch_size)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.with_for_update(skip_locked=True)  # KEY: Scale-safe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entry in entries.scalars():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await self.redis.lpush("download_queue", str(entry.job_id))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await self.db.execute(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update(Outbox).where(Outbox.id == entry.id)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.values(status=OutboxStatus.ENQUEUED)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solidFill>
            <a:srgbClr val="4F46E5">
              <a:alpha val="10000"/>
            </a:srgbClr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57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 with_for_update(skip_locked=True) — Multiple relays can run simultaneously without deadlocks.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 Atomic Job Claim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worker/processor.py::claim_job (lines 30-55)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21945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locks needed - UPDATE WHERE clause handles race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claim_job(self, job_id: UUID) -&gt; bool: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await self.db.execute(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update(DownloadJob)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.where(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DownloadJob.id == job_id,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DownloadJob.status == JobStatus.PENDING  # WHERE clause is key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.values(status=JobStatus.PROCESSING, updated_at=datetime.now(UTC))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claimed = result.rowcount ==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claimed: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False  # Another worker got it — expected, not an error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True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solidFill>
            <a:srgbClr val="10B981">
              <a:alpha val="1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474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 The WHERE status=pending in the UPDATE is the magic. Only one worker succeeds.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 Graceful Shutdown Handler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worker/main.py::_signal_handler (lines 20-40)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23774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_signal_handler(self, sig: signal.Signals):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self.shutdown_event.set()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self.logger.warning("SIGTERM received, initiating graceful shutdown")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Stop accepting new work (for Kubernetes)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self.readiness_probe.set_unhealthy()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Wait for current job with timeout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self.current_job_id: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await asyncio.wait_for(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self._wait_for_job_completion(),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timeout=30.0  # 30-second grace period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except asyncio.TimeoutError: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await self._requeue_job(self.current_job_id)  # Grace exceeded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self.logger.warning(f"Job {self.current_job_id} requeued")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Evidence: worker/main.py::_requeue_job (lines 50-75) — atomically sets status back to pending and cleans up partial files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operations visibility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Logging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format with correlation IDs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request_id traces across services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Filterable by job_id, level, service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51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38328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Metrics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377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processing histograms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depth gauges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request metrics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651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✓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17220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2377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/health — Liveness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/ready — Readiness (future)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+ Redis connectivity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73152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66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"Every log entry includes a request_id that traces the request across all services. If something breaks, we can reconstruct the entire timeline with one query."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Metrics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Endpoint: GET /api/v1/metrics (requires auth)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ytprocessor_jobs_created_total (labels: status)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ytprocessor_jobs_completed_total (labels: status)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ytprocessor_retry_attempts_total (labels: job_id)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ytprocessor_http_requests_total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Histograms &amp; Gauges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7373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ytprocessor_job_duration_seconds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p50: 45s, p95: 89s, p99: 142s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ytprocessor_queue_depth (current backlog)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ytprocessor_outbox_pending (outbox lag)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204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Query p95 job duration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histogram_quantile(0.95, rate(ytprocessor_job_duration_seconds_bucket[5m]))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Implementation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in depth — multiple layers addressing specific threats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Algorithm: HS256 (future: RS256)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Token: 15 min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Token: 7 days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Hashing: bcrypt (cost 12)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82880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IDOR Protection: ✓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 Protection: Double-submit cookie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Limiting: 60 req/min per IP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Future: RS256 for asymmetric keys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9319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Evidence: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app/auth.py::hash_password  |  app/api/routes/downloads.py::get_download  |  app/middleware/csrf.py  |  app/middleware/rate_limit.py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commit triggers full validation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280160" cy="1188720"/>
          </a:xfrm>
          <a:prstGeom prst="rect">
            <a:avLst/>
          </a:prstGeom>
          <a:solidFill>
            <a:srgbClr val="1E293B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365760" cy="3657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91640" y="17373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74520" y="1371600"/>
            <a:ext cx="1280160" cy="1188720"/>
          </a:xfrm>
          <a:prstGeom prst="rect">
            <a:avLst/>
          </a:prstGeom>
          <a:solidFill>
            <a:srgbClr val="1E293B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31720" y="1463040"/>
            <a:ext cx="365760" cy="3657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233172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74520" y="1920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74520" y="2194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08960" y="17373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91840" y="1371600"/>
            <a:ext cx="1280160" cy="118872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146304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91840" y="1920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2194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26280" y="17373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09160" y="1371600"/>
            <a:ext cx="1280160" cy="118872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66360" y="146304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09160" y="1920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2194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17373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26480" y="1371600"/>
            <a:ext cx="1280160" cy="118872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0" y="146304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26480" y="1920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26480" y="2194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60920" y="17373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543800" y="1371600"/>
            <a:ext cx="1280160" cy="118872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01000" y="146304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800100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543800" y="1920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543800" y="2194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&lt;200MB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2834640"/>
            <a:ext cx="256032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28803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~58m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457200" y="3429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Sequential runtime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91840" y="2834640"/>
            <a:ext cx="256032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3" name="Text 41"/>
          <p:cNvSpPr/>
          <p:nvPr/>
        </p:nvSpPr>
        <p:spPr>
          <a:xfrm>
            <a:off x="3291840" y="28803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~25m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3291840" y="3429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With parallelization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26480" y="2834640"/>
            <a:ext cx="256032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6" name="Text 44"/>
          <p:cNvSpPr/>
          <p:nvPr/>
        </p:nvSpPr>
        <p:spPr>
          <a:xfrm>
            <a:off x="6126480" y="28803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GHCR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6126480" y="3429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Container Registry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Strategy</a:t>
            </a:r>
            <a:endParaRPr lang="en-US" sz="3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371600"/>
                <a:gridCol w="27432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Runtime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SQLite (in-memory)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logic, edge cases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+ Redis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 ops, Redis, full flow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schema validation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Browser automation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user flows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834640"/>
            <a:ext cx="393192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97280" y="2971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Per-Worker Database Isolation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" y="33375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with PYTEST_XDIST_WORKER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test_gw0.db, test_gw1.db...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2834640"/>
            <a:ext cx="393192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6"/>
          <p:cNvSpPr/>
          <p:nvPr/>
        </p:nvSpPr>
        <p:spPr>
          <a:xfrm>
            <a:off x="493776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394960" y="2971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Rollback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394960" y="33375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created/dropped per test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isolated execution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Scenarios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failure modes — the senior engineering difference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Scenario: Redis is Down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 can still accept downloads (writes to PostgreSQL + outbox)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Outbox relay cannot publish to Redis → entries accumulate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When Redis recovers, relay publishes accumulated entries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874520"/>
            <a:ext cx="3931920" cy="118872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9202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21945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delayed but NOT lost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is automatic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tests/test_redis_failure.py::test_jobs_survive_redis_outage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74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Scenario: PostgreSQL is Down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9776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 returns 503 → Health check fails → Kubernetes routes traffic elsewhere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Jobs in Redis queue remain (worker can't acknowledge)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When PostgreSQL recovers, worker picks up where it left off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977640"/>
            <a:ext cx="3931920" cy="91440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40233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42976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degrades gracefully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 loss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Scenarios (cont.)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194560"/>
          </a:xfrm>
          <a:prstGeom prst="rect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Outbox Relay Crashes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Relay crashes mid-processing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Entries remain in 'pending' or partially processed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Next relay instance picks up with FOR UPDATE SKIP LOCKED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Idempotency prevents duplicate publishing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No duplicate jobs. Recovery is automatic.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21945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1005840"/>
            <a:ext cx="73152" cy="2194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18872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"Every system fails eventually.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is not 'if' but 'how.'"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solidFill>
            <a:srgbClr val="4F46E5">
              <a:alpha val="10000"/>
            </a:srgbClr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520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each failure scenario, jobs are delayed but never lost, and recovery is automatic.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difference between hoping your system handles failures and knowing it does.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assessment of known gaps documented as v4 improvements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228600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1828800"/>
                <a:gridCol w="2103120"/>
              </a:tblGrid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 endpoint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/health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/ready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Prometheus metrics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Structured logging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Circuit breaker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 Exponential backoff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full CB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in v4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Readiness probe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 /health only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/ready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in v4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RS256 JWT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 HS256 only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sharing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in v4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Bulkhead pattern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Not implemented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required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59E0B">
              <a:alpha val="1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886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Statement: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reliability patterns are implemented. Production hardening items are known gaps that don't block production operation but would improve resilience under extreme load.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Requirement Coverage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Covered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— Prometheus, logging, NetData, correlation IDs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Patterns — Outbox, atomic claims, retry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 — Measured graceful shutdown, failure scenarios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— JWT, bcrypt, IDOR, CSRF, rate limiting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— Schema, indexes, FOR UPDATE SKIP LOCKED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Design — Pagination, error catalog, OpenAPI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Covered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92040" y="14630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— Pipeline, multi-stage Dockerfile, tests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— Unit, integration, measured coverage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— Healthchecks, multi-stage, resource limits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Handling — Redis/Postgres/Relay failure analysis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4F46E5">
              <a:alpha val="15000"/>
            </a:srgbClr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lecture topic has concrete implementation evidence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measured results and test coverage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Timeline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hours total — justified vs. 40h in v3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97280" y="1463040"/>
            <a:ext cx="0" cy="2560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371600"/>
            <a:ext cx="274320" cy="2743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finalization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1h base + 0.5h buffer = 1.5h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1828800"/>
            <a:ext cx="274320" cy="2743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recording + demos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3.5h base + 1.5h buffer = 5h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0120" y="2286000"/>
            <a:ext cx="274320" cy="2743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Voiceover + B-roll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 base + 1.5h buffer = 3.5h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2743200"/>
            <a:ext cx="274320" cy="2743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2743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2743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1h base + 1h buffer = 2h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0120" y="3200400"/>
            <a:ext cx="274320" cy="2743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3200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editing + audio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3200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3.5h base + 2.5h buffer = 6h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0120" y="3657600"/>
            <a:ext cx="274320" cy="2743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3657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+ contingency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3657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1h base + 5h buffer = 6h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10B981">
              <a:alpha val="1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06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24h total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286000" y="420624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40h in v3: Removed animation overhead, pre-recorded demos, single-take voiceover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2377440"/>
          </a:xfrm>
          <a:prstGeom prst="rect">
            <a:avLst/>
          </a:prstGeom>
          <a:solidFill>
            <a:srgbClr val="1E293B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21031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Outbox pattern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Atomic claims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Graceful shutdown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Exponential backoff + jitter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651760" cy="237744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46120" y="1691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21031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Structured logs + correlation IDs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Prometheus metrics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Health checks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request tracing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651760" cy="237744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035040" y="1691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72200" y="21031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Measured claims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Honest gap analysis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coverage + evidence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Failure mode docs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4F46E5">
              <a:alpha val="15000"/>
            </a:srgbClr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"Production systems fail. This project detects failures automatically,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recovers gracefully, and provides full visibility into system behavior."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Vooglaadija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YouTube Download Processor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0"/>
            <a:ext cx="2011680" cy="1280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Outbox, Atomic Claims, Graceful Shutdown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2560320"/>
            <a:ext cx="2011680" cy="1280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0604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9748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Logs, Metrics, Health Checks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2560320"/>
            <a:ext cx="2011680" cy="1280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44068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JWT, bcrypt, IDOR Protection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03720" y="2560320"/>
            <a:ext cx="2011680" cy="1280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90372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9516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CI/CD, Testing, Docker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"Building a download service is easy.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one that handles infrastructure failures — that's software engineering."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Junior to Senior Developer Course (TalTech) |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Vooglaadija: Production-Grade YouTube Download Processor</dc:title>
  <dc:subject>Junior to Senior Developer Course (TalTech)</dc:subject>
  <dc:creator>Vooglaadija Team</dc:creator>
  <cp:lastModifiedBy>Vooglaadija Team</cp:lastModifiedBy>
  <cp:revision>1</cp:revision>
  <dcterms:created xsi:type="dcterms:W3CDTF">2026-04-16T18:49:31Z</dcterms:created>
  <dcterms:modified xsi:type="dcterms:W3CDTF">2026-04-16T18:49:31Z</dcterms:modified>
</cp:coreProperties>
</file>